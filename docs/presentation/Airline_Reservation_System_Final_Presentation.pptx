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✈️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Airline Reservation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AABB"/>
                </a:solidFill>
              </a:rPr>
              <a:t>Full Stack Web Application (React + Node.js + MongoDB)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4389120"/>
            <a:ext cx="57607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" cy="5143500"/>
          </a:xfrm>
          <a:prstGeom prst="rect">
            <a:avLst/>
          </a:prstGeom>
          <a:solidFill>
            <a:srgbClr val="00AAB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99"/>
                </a:solidFill>
              </a:rPr>
              <a:t>System Introduction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modern, scalable web solution for the aviation industry, designed to provide a seamless flight booking journey for travelers and powerful management tools for admins.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3399"/>
                </a:solidFill>
              </a:rPr>
              <a:t>Key Functionalities: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🧔 User Portal: Registration, flight discovery, and secure ticketing.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👨‍💼 Admin Portal: Flight scheduling, passenger tracking, and inventory management.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💳 Integration: Secure payment gateway and instant booking history.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59436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292608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 [INSERT LOGIN/DASHBOARD SCREENSHOT HERE]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" cy="5143500"/>
          </a:xfrm>
          <a:prstGeom prst="rect">
            <a:avLst/>
          </a:prstGeom>
          <a:solidFill>
            <a:srgbClr val="00AAB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99"/>
                </a:solidFill>
              </a:rPr>
              <a:t>🏗️ Architecture Breakdown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TECHNOLOGIES USED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React.js, HTML5, CSS3, JavaScript (ES6)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Node.js, Express.js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MongoDB Atlas (Cloud Solution)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JWT (JSON Web Tokens) &amp; Password Hashing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371600"/>
            <a:ext cx="5029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292608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 [INSERT ARCHITECTURE/TECH DIAGRAM HERE]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User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" cy="5143500"/>
          </a:xfrm>
          <a:prstGeom prst="rect">
            <a:avLst/>
          </a:prstGeom>
          <a:solidFill>
            <a:srgbClr val="00AAB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3399"/>
                </a:solidFill>
              </a:rPr>
              <a:t>End-to-End Passenger Journey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645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</a:rPr>
              <a:t>Login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828800"/>
            <a:ext cx="1645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292608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</a:rPr>
              <a:t>Search Flights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1645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480560" y="292608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</a:rPr>
              <a:t>View Details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1645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🎫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</a:rPr>
              <a:t>Book Ticket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1828800"/>
            <a:ext cx="1645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💳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503920" y="292608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</a:rPr>
              <a:t>Payment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0" y="1828800"/>
            <a:ext cx="1645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0515600" y="292608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</a:rPr>
              <a:t>History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29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 [INSERT SEARCH FLIGHTS / BOOKING PAGE SCREENSHOT HERE]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Management Hub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" cy="5143500"/>
          </a:xfrm>
          <a:prstGeom prst="rect">
            <a:avLst/>
          </a:prstGeom>
          <a:solidFill>
            <a:srgbClr val="00AAB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99"/>
                </a:solidFill>
              </a:rPr>
              <a:t>System Oversight &amp; Logistic Controls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🔐 Admin Login: Secure restricted entry.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➕ Add Flights: Real-time schedule creation.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⚙️ Manage Flights: Full CRUD operational flow.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🕵️ View Bookings: Auditor's access to reservations.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5943600" cy="5029200"/>
          </a:xfrm>
          <a:prstGeom prst="rect">
            <a:avLst/>
          </a:prstGeom>
          <a:solidFill>
            <a:srgbClr val="F1F5F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365760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 [INSERT ADMIN PANEL / MANAGE FLIGHTS SCREENSHOT HERE]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" cy="5143500"/>
          </a:xfrm>
          <a:prstGeom prst="rect">
            <a:avLst/>
          </a:prstGeom>
          <a:solidFill>
            <a:srgbClr val="00AAB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A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99"/>
                </a:solidFill>
              </a:rPr>
              <a:t>Responsive UI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Adaptive design for all device sizes.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A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498080" y="1828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99"/>
                </a:solidFill>
              </a:rPr>
              <a:t>Secure Auth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JWT session handling and hashing.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A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1480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💳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54480" y="4114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99"/>
                </a:solidFill>
              </a:rPr>
              <a:t>Payment Integration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572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Reliable transactional processing.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36576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A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114800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498080" y="4114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99"/>
                </a:solidFill>
              </a:rPr>
              <a:t>Real-time Updates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0" y="4572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Instant seat availability status.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" cy="5143500"/>
          </a:xfrm>
          <a:prstGeom prst="rect">
            <a:avLst/>
          </a:prstGeom>
          <a:solidFill>
            <a:srgbClr val="00AAB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The SkyHigh Airline Reservation System represents a modern, scalable, and secure booking platform, demonstrating proficiency in MERN stack development and delivering real-world business value.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ABB"/>
                </a:solidFill>
              </a:rPr>
              <a:t>✈️ Ready for Deployment &amp; Real-World Use Case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Reservation System Presentation</dc:title>
  <dc:subject>PptxGenJS Presentation</dc:subject>
  <dc:creator>PptxGenJS</dc:creator>
  <cp:lastModifiedBy>PptxGenJS</cp:lastModifiedBy>
  <cp:revision>1</cp:revision>
  <dcterms:created xsi:type="dcterms:W3CDTF">2026-04-01T06:13:18Z</dcterms:created>
  <dcterms:modified xsi:type="dcterms:W3CDTF">2026-04-01T06:13:18Z</dcterms:modified>
</cp:coreProperties>
</file>